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92000"/>
  <p:notesSz cx="6858000" cy="9144000"/>
  <p:embeddedFontLst>
    <p:embeddedFont>
      <p:font typeface="Gill Sans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gN84UUl6VpyDm6u9jSfsT/4NBrC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GillSans-bold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customschemas.google.com/relationships/presentationmetadata" Target="meta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GillSans-regular.fnt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" name="Google Shape;9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2" name="Google Shape;12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69acb1a268_2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g369acb1a268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" name="Google Shape;13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2" name="Google Shape;14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0" name="Google Shape;15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69acb1a268_2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g369acb1a268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5" name="Google Shape;16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4" name="Google Shape;17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69acb1a268_2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g369acb1a268_2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69acb1a268_2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g369acb1a268_2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9" name="Google Shape;19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6" name="Google Shape;20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4"/>
          <p:cNvSpPr txBox="1"/>
          <p:nvPr>
            <p:ph type="ctrTitle"/>
          </p:nvPr>
        </p:nvSpPr>
        <p:spPr>
          <a:xfrm>
            <a:off x="2417779" y="802298"/>
            <a:ext cx="8637000" cy="2541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Gill Sans"/>
              <a:buNone/>
              <a:defRPr sz="6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4"/>
          <p:cNvSpPr txBox="1"/>
          <p:nvPr>
            <p:ph idx="1" type="subTitle"/>
          </p:nvPr>
        </p:nvSpPr>
        <p:spPr>
          <a:xfrm>
            <a:off x="2417780" y="3531204"/>
            <a:ext cx="8637000" cy="9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0" sz="1800" cap="none">
                <a:solidFill>
                  <a:schemeClr val="dk1"/>
                </a:solidFill>
              </a:defRPr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7" name="Google Shape;17;p14"/>
          <p:cNvSpPr txBox="1"/>
          <p:nvPr>
            <p:ph idx="10" type="dt"/>
          </p:nvPr>
        </p:nvSpPr>
        <p:spPr>
          <a:xfrm>
            <a:off x="7554138" y="330370"/>
            <a:ext cx="3500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4"/>
          <p:cNvSpPr txBox="1"/>
          <p:nvPr>
            <p:ph idx="11" type="ftr"/>
          </p:nvPr>
        </p:nvSpPr>
        <p:spPr>
          <a:xfrm>
            <a:off x="2416500" y="329307"/>
            <a:ext cx="49740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2" type="sldNum"/>
          </p:nvPr>
        </p:nvSpPr>
        <p:spPr>
          <a:xfrm>
            <a:off x="1437664" y="798973"/>
            <a:ext cx="8109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cxnSp>
        <p:nvCxnSpPr>
          <p:cNvPr id="20" name="Google Shape;20;p14"/>
          <p:cNvCxnSpPr/>
          <p:nvPr/>
        </p:nvCxnSpPr>
        <p:spPr>
          <a:xfrm>
            <a:off x="2417780" y="3528542"/>
            <a:ext cx="8637000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/>
          <p:nvPr>
            <p:ph type="title"/>
          </p:nvPr>
        </p:nvSpPr>
        <p:spPr>
          <a:xfrm>
            <a:off x="1451579" y="804519"/>
            <a:ext cx="9603300" cy="10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" type="body"/>
          </p:nvPr>
        </p:nvSpPr>
        <p:spPr>
          <a:xfrm>
            <a:off x="1451579" y="2015732"/>
            <a:ext cx="9603300" cy="34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0" type="dt"/>
          </p:nvPr>
        </p:nvSpPr>
        <p:spPr>
          <a:xfrm>
            <a:off x="7554138" y="330370"/>
            <a:ext cx="3500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1" type="ftr"/>
          </p:nvPr>
        </p:nvSpPr>
        <p:spPr>
          <a:xfrm>
            <a:off x="1451579" y="329307"/>
            <a:ext cx="59388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2" type="sldNum"/>
          </p:nvPr>
        </p:nvSpPr>
        <p:spPr>
          <a:xfrm>
            <a:off x="480060" y="798973"/>
            <a:ext cx="8109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cxnSp>
        <p:nvCxnSpPr>
          <p:cNvPr id="27" name="Google Shape;27;p15"/>
          <p:cNvCxnSpPr/>
          <p:nvPr/>
        </p:nvCxnSpPr>
        <p:spPr>
          <a:xfrm>
            <a:off x="1453896" y="1847088"/>
            <a:ext cx="9607500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1"/>
          <p:cNvSpPr txBox="1"/>
          <p:nvPr>
            <p:ph type="title"/>
          </p:nvPr>
        </p:nvSpPr>
        <p:spPr>
          <a:xfrm>
            <a:off x="1444671" y="798973"/>
            <a:ext cx="3273000" cy="2247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ill Sans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1"/>
          <p:cNvSpPr txBox="1"/>
          <p:nvPr>
            <p:ph idx="1" type="body"/>
          </p:nvPr>
        </p:nvSpPr>
        <p:spPr>
          <a:xfrm>
            <a:off x="5043714" y="798974"/>
            <a:ext cx="6012600" cy="46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2" type="body"/>
          </p:nvPr>
        </p:nvSpPr>
        <p:spPr>
          <a:xfrm>
            <a:off x="1444671" y="3205491"/>
            <a:ext cx="3275100" cy="22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2" name="Google Shape;32;p21"/>
          <p:cNvSpPr txBox="1"/>
          <p:nvPr>
            <p:ph idx="10" type="dt"/>
          </p:nvPr>
        </p:nvSpPr>
        <p:spPr>
          <a:xfrm>
            <a:off x="7554138" y="330370"/>
            <a:ext cx="3500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1"/>
          <p:cNvSpPr txBox="1"/>
          <p:nvPr>
            <p:ph idx="11" type="ftr"/>
          </p:nvPr>
        </p:nvSpPr>
        <p:spPr>
          <a:xfrm>
            <a:off x="1451579" y="329307"/>
            <a:ext cx="59388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1"/>
          <p:cNvSpPr txBox="1"/>
          <p:nvPr>
            <p:ph idx="12" type="sldNum"/>
          </p:nvPr>
        </p:nvSpPr>
        <p:spPr>
          <a:xfrm>
            <a:off x="480060" y="798973"/>
            <a:ext cx="8109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cxnSp>
        <p:nvCxnSpPr>
          <p:cNvPr id="35" name="Google Shape;35;p21"/>
          <p:cNvCxnSpPr/>
          <p:nvPr/>
        </p:nvCxnSpPr>
        <p:spPr>
          <a:xfrm>
            <a:off x="1448280" y="3205491"/>
            <a:ext cx="3269400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/>
          <p:nvPr>
            <p:ph idx="10" type="dt"/>
          </p:nvPr>
        </p:nvSpPr>
        <p:spPr>
          <a:xfrm>
            <a:off x="7554138" y="330370"/>
            <a:ext cx="3500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1" type="ftr"/>
          </p:nvPr>
        </p:nvSpPr>
        <p:spPr>
          <a:xfrm>
            <a:off x="1451579" y="329307"/>
            <a:ext cx="59388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12" type="sldNum"/>
          </p:nvPr>
        </p:nvSpPr>
        <p:spPr>
          <a:xfrm>
            <a:off x="480060" y="798973"/>
            <a:ext cx="8109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1454239" y="1756130"/>
            <a:ext cx="8643300" cy="1887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ill Sans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1454239" y="3806195"/>
            <a:ext cx="8630400" cy="10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9142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3" name="Google Shape;43;p16"/>
          <p:cNvSpPr txBox="1"/>
          <p:nvPr>
            <p:ph idx="10" type="dt"/>
          </p:nvPr>
        </p:nvSpPr>
        <p:spPr>
          <a:xfrm>
            <a:off x="7554138" y="330370"/>
            <a:ext cx="3500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6"/>
          <p:cNvSpPr txBox="1"/>
          <p:nvPr>
            <p:ph idx="11" type="ftr"/>
          </p:nvPr>
        </p:nvSpPr>
        <p:spPr>
          <a:xfrm>
            <a:off x="1451579" y="329307"/>
            <a:ext cx="59388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6"/>
          <p:cNvSpPr txBox="1"/>
          <p:nvPr>
            <p:ph idx="12" type="sldNum"/>
          </p:nvPr>
        </p:nvSpPr>
        <p:spPr>
          <a:xfrm>
            <a:off x="480060" y="798973"/>
            <a:ext cx="8109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cxnSp>
        <p:nvCxnSpPr>
          <p:cNvPr id="46" name="Google Shape;46;p16"/>
          <p:cNvCxnSpPr/>
          <p:nvPr/>
        </p:nvCxnSpPr>
        <p:spPr>
          <a:xfrm>
            <a:off x="1454239" y="3804985"/>
            <a:ext cx="8630400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7"/>
          <p:cNvSpPr txBox="1"/>
          <p:nvPr>
            <p:ph type="title"/>
          </p:nvPr>
        </p:nvSpPr>
        <p:spPr>
          <a:xfrm>
            <a:off x="1449217" y="804889"/>
            <a:ext cx="9605700" cy="10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7"/>
          <p:cNvSpPr txBox="1"/>
          <p:nvPr>
            <p:ph idx="1" type="body"/>
          </p:nvPr>
        </p:nvSpPr>
        <p:spPr>
          <a:xfrm>
            <a:off x="1447331" y="2010878"/>
            <a:ext cx="4645200" cy="34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17"/>
          <p:cNvSpPr txBox="1"/>
          <p:nvPr>
            <p:ph idx="2" type="body"/>
          </p:nvPr>
        </p:nvSpPr>
        <p:spPr>
          <a:xfrm>
            <a:off x="6413771" y="2017343"/>
            <a:ext cx="4645200" cy="34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7554138" y="330370"/>
            <a:ext cx="3500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1451579" y="329307"/>
            <a:ext cx="59388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480060" y="798973"/>
            <a:ext cx="8109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cxnSp>
        <p:nvCxnSpPr>
          <p:cNvPr id="54" name="Google Shape;54;p17"/>
          <p:cNvCxnSpPr/>
          <p:nvPr/>
        </p:nvCxnSpPr>
        <p:spPr>
          <a:xfrm>
            <a:off x="1453896" y="1847088"/>
            <a:ext cx="9607500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8"/>
          <p:cNvSpPr txBox="1"/>
          <p:nvPr>
            <p:ph type="title"/>
          </p:nvPr>
        </p:nvSpPr>
        <p:spPr>
          <a:xfrm>
            <a:off x="1447191" y="804163"/>
            <a:ext cx="9607800" cy="10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8"/>
          <p:cNvSpPr txBox="1"/>
          <p:nvPr>
            <p:ph idx="1" type="body"/>
          </p:nvPr>
        </p:nvSpPr>
        <p:spPr>
          <a:xfrm>
            <a:off x="1447191" y="2019549"/>
            <a:ext cx="4645200" cy="801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8" name="Google Shape;58;p18"/>
          <p:cNvSpPr txBox="1"/>
          <p:nvPr>
            <p:ph idx="2" type="body"/>
          </p:nvPr>
        </p:nvSpPr>
        <p:spPr>
          <a:xfrm>
            <a:off x="1447191" y="2824269"/>
            <a:ext cx="4645200" cy="26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3" type="body"/>
          </p:nvPr>
        </p:nvSpPr>
        <p:spPr>
          <a:xfrm>
            <a:off x="6412362" y="2023003"/>
            <a:ext cx="4645200" cy="80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0" name="Google Shape;60;p18"/>
          <p:cNvSpPr txBox="1"/>
          <p:nvPr>
            <p:ph idx="4" type="body"/>
          </p:nvPr>
        </p:nvSpPr>
        <p:spPr>
          <a:xfrm>
            <a:off x="6412362" y="2821491"/>
            <a:ext cx="4645200" cy="26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18"/>
          <p:cNvSpPr txBox="1"/>
          <p:nvPr>
            <p:ph idx="10" type="dt"/>
          </p:nvPr>
        </p:nvSpPr>
        <p:spPr>
          <a:xfrm>
            <a:off x="7554138" y="330370"/>
            <a:ext cx="3500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8"/>
          <p:cNvSpPr txBox="1"/>
          <p:nvPr>
            <p:ph idx="11" type="ftr"/>
          </p:nvPr>
        </p:nvSpPr>
        <p:spPr>
          <a:xfrm>
            <a:off x="1451579" y="329307"/>
            <a:ext cx="59388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 txBox="1"/>
          <p:nvPr>
            <p:ph idx="12" type="sldNum"/>
          </p:nvPr>
        </p:nvSpPr>
        <p:spPr>
          <a:xfrm>
            <a:off x="480060" y="798973"/>
            <a:ext cx="8109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cxnSp>
        <p:nvCxnSpPr>
          <p:cNvPr id="64" name="Google Shape;64;p18"/>
          <p:cNvCxnSpPr/>
          <p:nvPr/>
        </p:nvCxnSpPr>
        <p:spPr>
          <a:xfrm>
            <a:off x="1453896" y="1847088"/>
            <a:ext cx="9607500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9"/>
          <p:cNvSpPr txBox="1"/>
          <p:nvPr>
            <p:ph type="title"/>
          </p:nvPr>
        </p:nvSpPr>
        <p:spPr>
          <a:xfrm>
            <a:off x="1451579" y="804519"/>
            <a:ext cx="9603300" cy="10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0" type="dt"/>
          </p:nvPr>
        </p:nvSpPr>
        <p:spPr>
          <a:xfrm>
            <a:off x="7554138" y="330370"/>
            <a:ext cx="3500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9"/>
          <p:cNvSpPr txBox="1"/>
          <p:nvPr>
            <p:ph idx="11" type="ftr"/>
          </p:nvPr>
        </p:nvSpPr>
        <p:spPr>
          <a:xfrm>
            <a:off x="1451579" y="329307"/>
            <a:ext cx="59388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9"/>
          <p:cNvSpPr txBox="1"/>
          <p:nvPr>
            <p:ph idx="12" type="sldNum"/>
          </p:nvPr>
        </p:nvSpPr>
        <p:spPr>
          <a:xfrm>
            <a:off x="480060" y="798973"/>
            <a:ext cx="8109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cxnSp>
        <p:nvCxnSpPr>
          <p:cNvPr id="70" name="Google Shape;70;p19"/>
          <p:cNvCxnSpPr/>
          <p:nvPr/>
        </p:nvCxnSpPr>
        <p:spPr>
          <a:xfrm>
            <a:off x="1453896" y="1847088"/>
            <a:ext cx="9607500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oogle Shape;72;p22"/>
          <p:cNvGrpSpPr/>
          <p:nvPr/>
        </p:nvGrpSpPr>
        <p:grpSpPr>
          <a:xfrm>
            <a:off x="7477387" y="482170"/>
            <a:ext cx="4074600" cy="5149200"/>
            <a:chOff x="7477387" y="482170"/>
            <a:chExt cx="4074600" cy="5149200"/>
          </a:xfrm>
        </p:grpSpPr>
        <p:sp>
          <p:nvSpPr>
            <p:cNvPr id="73" name="Google Shape;73;p22"/>
            <p:cNvSpPr/>
            <p:nvPr/>
          </p:nvSpPr>
          <p:spPr>
            <a:xfrm>
              <a:off x="7477387" y="482170"/>
              <a:ext cx="4074600" cy="5149200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  <a:lin ang="5400012" scaled="0"/>
            </a:gradFill>
            <a:ln>
              <a:noFill/>
            </a:ln>
            <a:effectLst>
              <a:outerShdw blurRad="127000" sx="98000" rotWithShape="0" algn="tl" dir="4740000" dist="228600" sy="98000">
                <a:srgbClr val="000000">
                  <a:alpha val="3215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22"/>
            <p:cNvSpPr/>
            <p:nvPr/>
          </p:nvSpPr>
          <p:spPr>
            <a:xfrm>
              <a:off x="7790446" y="812506"/>
              <a:ext cx="3450300" cy="4466400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38" scaled="0"/>
            </a:gradFill>
            <a:ln cap="flat" cmpd="sng" w="50800">
              <a:solidFill>
                <a:srgbClr val="19191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5" name="Google Shape;75;p22"/>
          <p:cNvSpPr txBox="1"/>
          <p:nvPr>
            <p:ph type="title"/>
          </p:nvPr>
        </p:nvSpPr>
        <p:spPr>
          <a:xfrm>
            <a:off x="1451206" y="1129513"/>
            <a:ext cx="5532300" cy="183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/>
          <p:nvPr>
            <p:ph idx="2" type="pic"/>
          </p:nvPr>
        </p:nvSpPr>
        <p:spPr>
          <a:xfrm>
            <a:off x="8124389" y="1122542"/>
            <a:ext cx="2791200" cy="38664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7" name="Google Shape;77;p22"/>
          <p:cNvSpPr txBox="1"/>
          <p:nvPr>
            <p:ph idx="1" type="body"/>
          </p:nvPr>
        </p:nvSpPr>
        <p:spPr>
          <a:xfrm>
            <a:off x="1450329" y="3145992"/>
            <a:ext cx="55245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78" name="Google Shape;78;p22"/>
          <p:cNvSpPr txBox="1"/>
          <p:nvPr>
            <p:ph idx="10" type="dt"/>
          </p:nvPr>
        </p:nvSpPr>
        <p:spPr>
          <a:xfrm>
            <a:off x="1447382" y="5469856"/>
            <a:ext cx="5527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1" type="ftr"/>
          </p:nvPr>
        </p:nvSpPr>
        <p:spPr>
          <a:xfrm>
            <a:off x="1447382" y="318640"/>
            <a:ext cx="5541000" cy="32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2"/>
          <p:cNvSpPr txBox="1"/>
          <p:nvPr>
            <p:ph idx="12" type="sldNum"/>
          </p:nvPr>
        </p:nvSpPr>
        <p:spPr>
          <a:xfrm>
            <a:off x="480060" y="798973"/>
            <a:ext cx="8109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cxnSp>
        <p:nvCxnSpPr>
          <p:cNvPr id="81" name="Google Shape;81;p22"/>
          <p:cNvCxnSpPr/>
          <p:nvPr/>
        </p:nvCxnSpPr>
        <p:spPr>
          <a:xfrm>
            <a:off x="1447382" y="3143605"/>
            <a:ext cx="5527500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3"/>
          <p:cNvSpPr txBox="1"/>
          <p:nvPr>
            <p:ph type="title"/>
          </p:nvPr>
        </p:nvSpPr>
        <p:spPr>
          <a:xfrm>
            <a:off x="1451579" y="804519"/>
            <a:ext cx="9603300" cy="10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3"/>
          <p:cNvSpPr txBox="1"/>
          <p:nvPr>
            <p:ph idx="1" type="body"/>
          </p:nvPr>
        </p:nvSpPr>
        <p:spPr>
          <a:xfrm rot="5400000">
            <a:off x="4527904" y="-1060618"/>
            <a:ext cx="3450600" cy="96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23"/>
          <p:cNvSpPr txBox="1"/>
          <p:nvPr>
            <p:ph idx="10" type="dt"/>
          </p:nvPr>
        </p:nvSpPr>
        <p:spPr>
          <a:xfrm>
            <a:off x="7554138" y="330370"/>
            <a:ext cx="3500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3"/>
          <p:cNvSpPr txBox="1"/>
          <p:nvPr>
            <p:ph idx="11" type="ftr"/>
          </p:nvPr>
        </p:nvSpPr>
        <p:spPr>
          <a:xfrm>
            <a:off x="1451579" y="329307"/>
            <a:ext cx="59388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3"/>
          <p:cNvSpPr txBox="1"/>
          <p:nvPr>
            <p:ph idx="12" type="sldNum"/>
          </p:nvPr>
        </p:nvSpPr>
        <p:spPr>
          <a:xfrm>
            <a:off x="480060" y="798973"/>
            <a:ext cx="8109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cxnSp>
        <p:nvCxnSpPr>
          <p:cNvPr id="88" name="Google Shape;88;p23"/>
          <p:cNvCxnSpPr/>
          <p:nvPr/>
        </p:nvCxnSpPr>
        <p:spPr>
          <a:xfrm>
            <a:off x="1453896" y="1847088"/>
            <a:ext cx="9607500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4"/>
          <p:cNvSpPr txBox="1"/>
          <p:nvPr>
            <p:ph type="title"/>
          </p:nvPr>
        </p:nvSpPr>
        <p:spPr>
          <a:xfrm rot="5400000">
            <a:off x="7917004" y="2321024"/>
            <a:ext cx="4659900" cy="16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4"/>
          <p:cNvSpPr txBox="1"/>
          <p:nvPr>
            <p:ph idx="1" type="body"/>
          </p:nvPr>
        </p:nvSpPr>
        <p:spPr>
          <a:xfrm rot="5400000">
            <a:off x="3029152" y="-785478"/>
            <a:ext cx="4659900" cy="7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24"/>
          <p:cNvSpPr txBox="1"/>
          <p:nvPr>
            <p:ph idx="10" type="dt"/>
          </p:nvPr>
        </p:nvSpPr>
        <p:spPr>
          <a:xfrm>
            <a:off x="7554138" y="330370"/>
            <a:ext cx="3500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4"/>
          <p:cNvSpPr txBox="1"/>
          <p:nvPr>
            <p:ph idx="11" type="ftr"/>
          </p:nvPr>
        </p:nvSpPr>
        <p:spPr>
          <a:xfrm>
            <a:off x="1451579" y="329307"/>
            <a:ext cx="59388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480060" y="798973"/>
            <a:ext cx="8109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cxnSp>
        <p:nvCxnSpPr>
          <p:cNvPr id="95" name="Google Shape;95;p24"/>
          <p:cNvCxnSpPr/>
          <p:nvPr/>
        </p:nvCxnSpPr>
        <p:spPr>
          <a:xfrm>
            <a:off x="9439111" y="798973"/>
            <a:ext cx="0" cy="465990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BE9E6"/>
            </a:gs>
            <a:gs pos="100000">
              <a:srgbClr val="C9C5C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/>
          <p:nvPr/>
        </p:nvSpPr>
        <p:spPr>
          <a:xfrm>
            <a:off x="0" y="2019476"/>
            <a:ext cx="12192000" cy="4105800"/>
          </a:xfrm>
          <a:prstGeom prst="rect">
            <a:avLst/>
          </a:prstGeom>
          <a:gradFill>
            <a:gsLst>
              <a:gs pos="0">
                <a:srgbClr val="DFDBD5">
                  <a:alpha val="0"/>
                </a:srgbClr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Google Shape;7;p13"/>
          <p:cNvPicPr preferRelativeResize="0"/>
          <p:nvPr/>
        </p:nvPicPr>
        <p:blipFill rotWithShape="1">
          <a:blip r:embed="rId1">
            <a:alphaModFix/>
          </a:blip>
          <a:srcRect b="-1537" l="0" r="0" t="1538"/>
          <a:stretch/>
        </p:blipFill>
        <p:spPr>
          <a:xfrm>
            <a:off x="0" y="6126480"/>
            <a:ext cx="12192000" cy="74295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13"/>
          <p:cNvSpPr txBox="1"/>
          <p:nvPr>
            <p:ph type="title"/>
          </p:nvPr>
        </p:nvSpPr>
        <p:spPr>
          <a:xfrm>
            <a:off x="1451579" y="804519"/>
            <a:ext cx="9603300" cy="10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  <a:defRPr b="0" i="0" sz="3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" type="body"/>
          </p:nvPr>
        </p:nvSpPr>
        <p:spPr>
          <a:xfrm>
            <a:off x="1451579" y="2015732"/>
            <a:ext cx="9603300" cy="34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429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302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175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048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04800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04800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04800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04800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0" type="dt"/>
          </p:nvPr>
        </p:nvSpPr>
        <p:spPr>
          <a:xfrm>
            <a:off x="7554138" y="330370"/>
            <a:ext cx="3500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1" name="Google Shape;11;p13"/>
          <p:cNvSpPr txBox="1"/>
          <p:nvPr>
            <p:ph idx="11" type="ftr"/>
          </p:nvPr>
        </p:nvSpPr>
        <p:spPr>
          <a:xfrm>
            <a:off x="1451579" y="329307"/>
            <a:ext cx="59388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2" type="sldNum"/>
          </p:nvPr>
        </p:nvSpPr>
        <p:spPr>
          <a:xfrm>
            <a:off x="480060" y="798973"/>
            <a:ext cx="8109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cxnSp>
        <p:nvCxnSpPr>
          <p:cNvPr id="13" name="Google Shape;13;p13"/>
          <p:cNvCxnSpPr/>
          <p:nvPr/>
        </p:nvCxnSpPr>
        <p:spPr>
          <a:xfrm>
            <a:off x="0" y="6128413"/>
            <a:ext cx="12192000" cy="0"/>
          </a:xfrm>
          <a:prstGeom prst="straightConnector1">
            <a:avLst/>
          </a:prstGeom>
          <a:noFill/>
          <a:ln cap="flat" cmpd="sng" w="12700">
            <a:solidFill>
              <a:srgbClr val="000001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13.png"/><Relationship Id="rId5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BE9E6"/>
            </a:gs>
            <a:gs pos="100000">
              <a:srgbClr val="C9C5C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>
            <a:gsLst>
              <a:gs pos="0">
                <a:srgbClr val="DFDBD5">
                  <a:alpha val="0"/>
                </a:srgbClr>
              </a:gs>
              <a:gs pos="100000">
                <a:schemeClr val="lt2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01" name="Google Shape;101;p1"/>
          <p:cNvPicPr preferRelativeResize="0"/>
          <p:nvPr/>
        </p:nvPicPr>
        <p:blipFill rotWithShape="1">
          <a:blip r:embed="rId3">
            <a:alphaModFix/>
          </a:blip>
          <a:srcRect b="-1538" l="0" r="0" t="1538"/>
          <a:stretch/>
        </p:blipFill>
        <p:spPr>
          <a:xfrm>
            <a:off x="0" y="6126480"/>
            <a:ext cx="12192000" cy="7429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2" name="Google Shape;102;p1"/>
          <p:cNvCxnSpPr/>
          <p:nvPr/>
        </p:nvCxnSpPr>
        <p:spPr>
          <a:xfrm>
            <a:off x="0" y="6128413"/>
            <a:ext cx="12192000" cy="0"/>
          </a:xfrm>
          <a:prstGeom prst="straightConnector1">
            <a:avLst/>
          </a:prstGeom>
          <a:noFill/>
          <a:ln cap="flat" cmpd="sng" w="12700">
            <a:solidFill>
              <a:srgbClr val="000001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" name="Google Shape;103;p1"/>
          <p:cNvCxnSpPr/>
          <p:nvPr/>
        </p:nvCxnSpPr>
        <p:spPr>
          <a:xfrm>
            <a:off x="1453896" y="1847088"/>
            <a:ext cx="9607522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4" name="Google Shape;104;p1"/>
          <p:cNvSpPr/>
          <p:nvPr/>
        </p:nvSpPr>
        <p:spPr>
          <a:xfrm>
            <a:off x="2" y="0"/>
            <a:ext cx="12191695" cy="6858000"/>
          </a:xfrm>
          <a:prstGeom prst="rect">
            <a:avLst/>
          </a:prstGeom>
          <a:gradFill>
            <a:gsLst>
              <a:gs pos="0">
                <a:srgbClr val="EBE9E6"/>
              </a:gs>
              <a:gs pos="100000">
                <a:srgbClr val="C9C5C0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105" name="Google Shape;105;p1"/>
          <p:cNvCxnSpPr/>
          <p:nvPr/>
        </p:nvCxnSpPr>
        <p:spPr>
          <a:xfrm>
            <a:off x="5198775" y="1847088"/>
            <a:ext cx="5548039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6" name="Google Shape;106;p1"/>
          <p:cNvSpPr txBox="1"/>
          <p:nvPr>
            <p:ph type="ctrTitle"/>
          </p:nvPr>
        </p:nvSpPr>
        <p:spPr>
          <a:xfrm>
            <a:off x="5196457" y="804519"/>
            <a:ext cx="5550357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s-ES" sz="3200" u="sng"/>
              <a:t>Scrum ++</a:t>
            </a:r>
            <a:endParaRPr/>
          </a:p>
        </p:txBody>
      </p:sp>
      <p:sp>
        <p:nvSpPr>
          <p:cNvPr id="107" name="Google Shape;107;p1"/>
          <p:cNvSpPr/>
          <p:nvPr/>
        </p:nvSpPr>
        <p:spPr>
          <a:xfrm>
            <a:off x="48925" y="2019476"/>
            <a:ext cx="12192000" cy="4105800"/>
          </a:xfrm>
          <a:prstGeom prst="rect">
            <a:avLst/>
          </a:prstGeom>
          <a:gradFill>
            <a:gsLst>
              <a:gs pos="0">
                <a:srgbClr val="DFDBD5">
                  <a:alpha val="0"/>
                </a:srgbClr>
              </a:gs>
              <a:gs pos="100000">
                <a:schemeClr val="lt2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08" name="Google Shape;10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223" y="3965338"/>
            <a:ext cx="4074836" cy="11103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49785" y="686844"/>
            <a:ext cx="2967711" cy="2492878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"/>
          <p:cNvSpPr txBox="1"/>
          <p:nvPr>
            <p:ph idx="1" type="subTitle"/>
          </p:nvPr>
        </p:nvSpPr>
        <p:spPr>
          <a:xfrm>
            <a:off x="5196457" y="2015732"/>
            <a:ext cx="5550357" cy="3450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b="1" lang="es-ES"/>
              <a:t>INTEGRANTES</a:t>
            </a:r>
            <a:r>
              <a:rPr lang="es-ES"/>
              <a:t>:</a:t>
            </a:r>
            <a:br>
              <a:rPr lang="es-ES"/>
            </a:br>
            <a:br>
              <a:rPr lang="es-ES"/>
            </a:br>
            <a:r>
              <a:rPr lang="es-ES"/>
              <a:t>JOAQUIN BELLO</a:t>
            </a:r>
            <a:br>
              <a:rPr lang="es-ES"/>
            </a:br>
            <a:r>
              <a:rPr lang="es-ES"/>
              <a:t>ALVARO BRIZUELA</a:t>
            </a:r>
            <a:br>
              <a:rPr lang="es-ES"/>
            </a:br>
            <a:r>
              <a:rPr lang="es-ES"/>
              <a:t>JAIRO CARRASCO</a:t>
            </a:r>
            <a:br>
              <a:rPr lang="es-ES"/>
            </a:br>
            <a:r>
              <a:rPr lang="es-ES"/>
              <a:t>DANIEL DIAZ</a:t>
            </a:r>
            <a:br>
              <a:rPr lang="es-ES"/>
            </a:br>
            <a:r>
              <a:rPr lang="es-ES"/>
              <a:t>GABRIEL PSIJAS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ES"/>
              <a:t>EDSON YAÑEZ</a:t>
            </a:r>
            <a:endParaRPr/>
          </a:p>
        </p:txBody>
      </p:sp>
      <p:pic>
        <p:nvPicPr>
          <p:cNvPr id="111" name="Google Shape;111;p1"/>
          <p:cNvPicPr preferRelativeResize="0"/>
          <p:nvPr/>
        </p:nvPicPr>
        <p:blipFill rotWithShape="1">
          <a:blip r:embed="rId3">
            <a:alphaModFix/>
          </a:blip>
          <a:srcRect b="-1538" l="0" r="0" t="1538"/>
          <a:stretch/>
        </p:blipFill>
        <p:spPr>
          <a:xfrm>
            <a:off x="0" y="6126480"/>
            <a:ext cx="12192000" cy="7429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2" name="Google Shape;112;p1"/>
          <p:cNvCxnSpPr/>
          <p:nvPr/>
        </p:nvCxnSpPr>
        <p:spPr>
          <a:xfrm>
            <a:off x="0" y="6128413"/>
            <a:ext cx="12192000" cy="0"/>
          </a:xfrm>
          <a:prstGeom prst="straightConnector1">
            <a:avLst/>
          </a:prstGeom>
          <a:noFill/>
          <a:ln cap="flat" cmpd="sng" w="12700">
            <a:solidFill>
              <a:srgbClr val="000001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3" name="Google Shape;113;p1"/>
          <p:cNvSpPr txBox="1"/>
          <p:nvPr/>
        </p:nvSpPr>
        <p:spPr>
          <a:xfrm>
            <a:off x="1185801" y="5381107"/>
            <a:ext cx="2967711" cy="249287"/>
          </a:xfrm>
          <a:prstGeom prst="rect">
            <a:avLst/>
          </a:prstGeom>
          <a:solidFill>
            <a:srgbClr val="000000">
              <a:alpha val="48235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1" lang="es-ES" sz="13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Grupo 10</a:t>
            </a:r>
            <a:endParaRPr b="1" i="1" sz="13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s-ES" u="sng"/>
              <a:t>TERCER </a:t>
            </a:r>
            <a:r>
              <a:rPr lang="es-ES" u="sng"/>
              <a:t>INCREMENTO</a:t>
            </a:r>
            <a:endParaRPr u="sng"/>
          </a:p>
        </p:txBody>
      </p:sp>
      <p:sp>
        <p:nvSpPr>
          <p:cNvPr id="119" name="Google Shape;119;p2"/>
          <p:cNvSpPr txBox="1"/>
          <p:nvPr/>
        </p:nvSpPr>
        <p:spPr>
          <a:xfrm>
            <a:off x="1376850" y="2455800"/>
            <a:ext cx="9603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Hemos alcanzado un avance significativo del </a:t>
            </a:r>
            <a:r>
              <a:rPr lang="es-ES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95</a:t>
            </a:r>
            <a:r>
              <a:rPr b="0" i="0" lang="es-ES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% en el progreso de nuestras metas establecidas. Este porcentaje refleja el cumplimiento de las </a:t>
            </a:r>
            <a:r>
              <a:rPr lang="es-ES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últimas</a:t>
            </a:r>
            <a:r>
              <a:rPr lang="es-ES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b="0" i="0" lang="es-ES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fases del proyecto.</a:t>
            </a:r>
            <a:endParaRPr b="0" i="0" sz="20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"/>
          <p:cNvSpPr txBox="1"/>
          <p:nvPr>
            <p:ph type="title"/>
          </p:nvPr>
        </p:nvSpPr>
        <p:spPr>
          <a:xfrm>
            <a:off x="1451679" y="797494"/>
            <a:ext cx="9603300" cy="10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s-ES" u="sng"/>
              <a:t>CASOS DE USOS SELECCIONADOS </a:t>
            </a:r>
            <a:endParaRPr u="sng"/>
          </a:p>
        </p:txBody>
      </p:sp>
      <p:sp>
        <p:nvSpPr>
          <p:cNvPr id="125" name="Google Shape;125;p7"/>
          <p:cNvSpPr txBox="1"/>
          <p:nvPr/>
        </p:nvSpPr>
        <p:spPr>
          <a:xfrm>
            <a:off x="4858350" y="2023715"/>
            <a:ext cx="62814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ill Sans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26" name="Google Shape;126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5275" y="2422865"/>
            <a:ext cx="3981450" cy="379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69acb1a268_2_1"/>
          <p:cNvSpPr txBox="1"/>
          <p:nvPr>
            <p:ph type="title"/>
          </p:nvPr>
        </p:nvSpPr>
        <p:spPr>
          <a:xfrm>
            <a:off x="1373975" y="666650"/>
            <a:ext cx="3273000" cy="84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-ES"/>
              <a:t>TABLA BACKLOG SIN TIEMPO REAL</a:t>
            </a:r>
            <a:endParaRPr/>
          </a:p>
        </p:txBody>
      </p:sp>
      <p:pic>
        <p:nvPicPr>
          <p:cNvPr id="132" name="Google Shape;132;g369acb1a268_2_1" title="Captura de pantalla 2025-10-29 0420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1350" y="2370123"/>
            <a:ext cx="10727612" cy="350722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3" name="Google Shape;133;g369acb1a268_2_1"/>
          <p:cNvCxnSpPr/>
          <p:nvPr/>
        </p:nvCxnSpPr>
        <p:spPr>
          <a:xfrm flipH="1" rot="10800000">
            <a:off x="1434350" y="1676675"/>
            <a:ext cx="3131400" cy="1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"/>
          <p:cNvSpPr txBox="1"/>
          <p:nvPr>
            <p:ph type="title"/>
          </p:nvPr>
        </p:nvSpPr>
        <p:spPr>
          <a:xfrm>
            <a:off x="1262575" y="2116900"/>
            <a:ext cx="2309100" cy="9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s-ES"/>
              <a:t>DIAGRAMA DE CLASES</a:t>
            </a:r>
            <a:endParaRPr/>
          </a:p>
        </p:txBody>
      </p:sp>
      <p:pic>
        <p:nvPicPr>
          <p:cNvPr id="139" name="Google Shape;139;p8" title="Diagrama de clases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2250" y="519788"/>
            <a:ext cx="8315525" cy="58184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BE9E6"/>
            </a:gs>
            <a:gs pos="100000">
              <a:srgbClr val="C9C5C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"/>
          <p:cNvSpPr/>
          <p:nvPr/>
        </p:nvSpPr>
        <p:spPr>
          <a:xfrm>
            <a:off x="-30600" y="-20400"/>
            <a:ext cx="12253200" cy="6898800"/>
          </a:xfrm>
          <a:prstGeom prst="rect">
            <a:avLst/>
          </a:prstGeom>
          <a:gradFill>
            <a:gsLst>
              <a:gs pos="0">
                <a:srgbClr val="EBE9E6"/>
              </a:gs>
              <a:gs pos="100000">
                <a:srgbClr val="C9C5C0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5" name="Google Shape;145;p5"/>
          <p:cNvSpPr txBox="1"/>
          <p:nvPr>
            <p:ph idx="4294967295" type="title"/>
          </p:nvPr>
        </p:nvSpPr>
        <p:spPr>
          <a:xfrm>
            <a:off x="204050" y="329375"/>
            <a:ext cx="4421400" cy="7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s-ES"/>
              <a:t>DIAGRAMA DE DATOS</a:t>
            </a:r>
            <a:endParaRPr/>
          </a:p>
        </p:txBody>
      </p:sp>
      <p:cxnSp>
        <p:nvCxnSpPr>
          <p:cNvPr id="146" name="Google Shape;146;p5"/>
          <p:cNvCxnSpPr/>
          <p:nvPr/>
        </p:nvCxnSpPr>
        <p:spPr>
          <a:xfrm>
            <a:off x="1451579" y="1853754"/>
            <a:ext cx="9603274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47" name="Google Shape;147;p5" title="diagrama de dato contaplus-TABLAS_DESORDENADAS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263" y="929650"/>
            <a:ext cx="12071475" cy="538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BE9E6"/>
            </a:gs>
            <a:gs pos="100000">
              <a:srgbClr val="C9C5C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4"/>
          <p:cNvPicPr preferRelativeResize="0"/>
          <p:nvPr/>
        </p:nvPicPr>
        <p:blipFill rotWithShape="1">
          <a:blip r:embed="rId3">
            <a:alphaModFix/>
          </a:blip>
          <a:srcRect b="-1538" l="0" r="0" t="1538"/>
          <a:stretch/>
        </p:blipFill>
        <p:spPr>
          <a:xfrm>
            <a:off x="0" y="6126480"/>
            <a:ext cx="12192000" cy="7429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3" name="Google Shape;153;p4"/>
          <p:cNvCxnSpPr/>
          <p:nvPr/>
        </p:nvCxnSpPr>
        <p:spPr>
          <a:xfrm>
            <a:off x="0" y="6128413"/>
            <a:ext cx="12192000" cy="0"/>
          </a:xfrm>
          <a:prstGeom prst="straightConnector1">
            <a:avLst/>
          </a:prstGeom>
          <a:noFill/>
          <a:ln cap="flat" cmpd="sng" w="12700">
            <a:solidFill>
              <a:srgbClr val="000001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4" name="Google Shape;154;p4"/>
          <p:cNvCxnSpPr/>
          <p:nvPr/>
        </p:nvCxnSpPr>
        <p:spPr>
          <a:xfrm>
            <a:off x="1453896" y="1847088"/>
            <a:ext cx="9607522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5" name="Google Shape;155;p4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s-ES"/>
              <a:t>DIAGRAMA DE COMPONENTES</a:t>
            </a:r>
            <a:endParaRPr/>
          </a:p>
        </p:txBody>
      </p:sp>
      <p:pic>
        <p:nvPicPr>
          <p:cNvPr id="156" name="Google Shape;156;p4" title="diagrama de componente.drawi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9125" y="2007129"/>
            <a:ext cx="10693744" cy="3967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69acb1a268_2_6"/>
          <p:cNvSpPr txBox="1"/>
          <p:nvPr>
            <p:ph type="title"/>
          </p:nvPr>
        </p:nvSpPr>
        <p:spPr>
          <a:xfrm>
            <a:off x="1295375" y="2291575"/>
            <a:ext cx="3593400" cy="10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ES"/>
              <a:t>DIAGRAMA DE DESPLIEGUE</a:t>
            </a:r>
            <a:endParaRPr/>
          </a:p>
        </p:txBody>
      </p:sp>
      <p:pic>
        <p:nvPicPr>
          <p:cNvPr id="162" name="Google Shape;162;g369acb1a268_2_6" title="Diagrama de despliegue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1175" y="152400"/>
            <a:ext cx="5105242" cy="655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BE9E6"/>
            </a:gs>
            <a:gs pos="100000">
              <a:srgbClr val="C9C5C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"/>
          <p:cNvSpPr/>
          <p:nvPr/>
        </p:nvSpPr>
        <p:spPr>
          <a:xfrm>
            <a:off x="2" y="0"/>
            <a:ext cx="12191695" cy="6858000"/>
          </a:xfrm>
          <a:prstGeom prst="rect">
            <a:avLst/>
          </a:prstGeom>
          <a:gradFill>
            <a:gsLst>
              <a:gs pos="0">
                <a:srgbClr val="EBE9E6"/>
              </a:gs>
              <a:gs pos="100000">
                <a:srgbClr val="C9C5C0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8" name="Google Shape;168;p6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s-ES"/>
              <a:t>DIAGRAMA DE SECUENCIA</a:t>
            </a:r>
            <a:endParaRPr/>
          </a:p>
        </p:txBody>
      </p:sp>
      <p:cxnSp>
        <p:nvCxnSpPr>
          <p:cNvPr id="169" name="Google Shape;169;p6"/>
          <p:cNvCxnSpPr/>
          <p:nvPr/>
        </p:nvCxnSpPr>
        <p:spPr>
          <a:xfrm>
            <a:off x="1451579" y="1853754"/>
            <a:ext cx="9603274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0" name="Google Shape;170;p6"/>
          <p:cNvSpPr/>
          <p:nvPr/>
        </p:nvSpPr>
        <p:spPr>
          <a:xfrm>
            <a:off x="0" y="2019476"/>
            <a:ext cx="12192000" cy="4838524"/>
          </a:xfrm>
          <a:prstGeom prst="rect">
            <a:avLst/>
          </a:prstGeom>
          <a:gradFill>
            <a:gsLst>
              <a:gs pos="0">
                <a:srgbClr val="DFDBD5">
                  <a:alpha val="0"/>
                </a:srgbClr>
              </a:gs>
              <a:gs pos="100000">
                <a:schemeClr val="lt2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71" name="Google Shape;171;p6" title="Contratos-Creando Clausula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650" y="2264200"/>
            <a:ext cx="11884400" cy="333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BE9E6"/>
            </a:gs>
            <a:gs pos="100000">
              <a:srgbClr val="C9C5C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>
            <a:gsLst>
              <a:gs pos="0">
                <a:srgbClr val="DFDBD5">
                  <a:alpha val="0"/>
                </a:srgbClr>
              </a:gs>
              <a:gs pos="100000">
                <a:schemeClr val="lt2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77" name="Google Shape;177;p9"/>
          <p:cNvPicPr preferRelativeResize="0"/>
          <p:nvPr/>
        </p:nvPicPr>
        <p:blipFill rotWithShape="1">
          <a:blip r:embed="rId3">
            <a:alphaModFix/>
          </a:blip>
          <a:srcRect b="-1538" l="0" r="0" t="1538"/>
          <a:stretch/>
        </p:blipFill>
        <p:spPr>
          <a:xfrm>
            <a:off x="0" y="6126480"/>
            <a:ext cx="12192000" cy="7429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8" name="Google Shape;178;p9"/>
          <p:cNvCxnSpPr/>
          <p:nvPr/>
        </p:nvCxnSpPr>
        <p:spPr>
          <a:xfrm>
            <a:off x="0" y="6128413"/>
            <a:ext cx="12192000" cy="0"/>
          </a:xfrm>
          <a:prstGeom prst="straightConnector1">
            <a:avLst/>
          </a:prstGeom>
          <a:noFill/>
          <a:ln cap="flat" cmpd="sng" w="12700">
            <a:solidFill>
              <a:srgbClr val="000001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9" name="Google Shape;179;p9"/>
          <p:cNvCxnSpPr/>
          <p:nvPr/>
        </p:nvCxnSpPr>
        <p:spPr>
          <a:xfrm>
            <a:off x="1453896" y="1847088"/>
            <a:ext cx="9607522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0" name="Google Shape;180;p9"/>
          <p:cNvSpPr txBox="1"/>
          <p:nvPr>
            <p:ph type="title"/>
          </p:nvPr>
        </p:nvSpPr>
        <p:spPr>
          <a:xfrm>
            <a:off x="1499329" y="709019"/>
            <a:ext cx="9603300" cy="10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s-ES"/>
              <a:t>ÁRBOL DE NAVEGACIÓN</a:t>
            </a:r>
            <a:endParaRPr/>
          </a:p>
        </p:txBody>
      </p:sp>
      <p:sp>
        <p:nvSpPr>
          <p:cNvPr id="181" name="Google Shape;181;p9"/>
          <p:cNvSpPr/>
          <p:nvPr/>
        </p:nvSpPr>
        <p:spPr>
          <a:xfrm>
            <a:off x="-2899410" y="-904568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82" name="Google Shape;182;p9" title="Árbol de navegacion.drawio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150" y="2045938"/>
            <a:ext cx="12027699" cy="276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69acb1a268_2_11"/>
          <p:cNvSpPr txBox="1"/>
          <p:nvPr>
            <p:ph type="title"/>
          </p:nvPr>
        </p:nvSpPr>
        <p:spPr>
          <a:xfrm>
            <a:off x="1035850" y="2141750"/>
            <a:ext cx="1855200" cy="5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ES"/>
              <a:t>PRUEBAS</a:t>
            </a:r>
            <a:endParaRPr/>
          </a:p>
        </p:txBody>
      </p:sp>
      <p:pic>
        <p:nvPicPr>
          <p:cNvPr id="188" name="Google Shape;188;g369acb1a268_2_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3275" y="2989975"/>
            <a:ext cx="4333875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g369acb1a268_2_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64225" y="279650"/>
            <a:ext cx="6426070" cy="186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g369acb1a268_2_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10225" y="2828050"/>
            <a:ext cx="5734050" cy="290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69acb1a268_2_16"/>
          <p:cNvSpPr txBox="1"/>
          <p:nvPr>
            <p:ph type="title"/>
          </p:nvPr>
        </p:nvSpPr>
        <p:spPr>
          <a:xfrm>
            <a:off x="1208925" y="585425"/>
            <a:ext cx="4164000" cy="11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ES"/>
              <a:t>TABLA BACKLOG CON TIEMPO REAL</a:t>
            </a:r>
            <a:endParaRPr/>
          </a:p>
        </p:txBody>
      </p:sp>
      <p:pic>
        <p:nvPicPr>
          <p:cNvPr id="196" name="Google Shape;196;g369acb1a268_2_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120700"/>
            <a:ext cx="11887200" cy="32457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BE9E6"/>
            </a:gs>
            <a:gs pos="100000">
              <a:srgbClr val="C9C5C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s-ES"/>
              <a:t>Burn-Down y Burn-Up del esfuerzo del equipo</a:t>
            </a:r>
            <a:endParaRPr/>
          </a:p>
        </p:txBody>
      </p:sp>
      <p:pic>
        <p:nvPicPr>
          <p:cNvPr id="202" name="Google Shape;202;p10" title="Gráfico Burn-down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9925" y="2218279"/>
            <a:ext cx="476250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0" title="Gráfico Burn-up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20850" y="2218279"/>
            <a:ext cx="4762500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BE9E6"/>
            </a:gs>
            <a:gs pos="100000">
              <a:srgbClr val="C9C5C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2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>
            <a:gsLst>
              <a:gs pos="0">
                <a:srgbClr val="DFDBD5">
                  <a:alpha val="0"/>
                </a:srgbClr>
              </a:gs>
              <a:gs pos="100000">
                <a:schemeClr val="lt2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09" name="Google Shape;209;p12"/>
          <p:cNvPicPr preferRelativeResize="0"/>
          <p:nvPr/>
        </p:nvPicPr>
        <p:blipFill rotWithShape="1">
          <a:blip r:embed="rId3">
            <a:alphaModFix/>
          </a:blip>
          <a:srcRect b="-1538" l="0" r="0" t="1538"/>
          <a:stretch/>
        </p:blipFill>
        <p:spPr>
          <a:xfrm>
            <a:off x="0" y="6126480"/>
            <a:ext cx="12192000" cy="7429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0" name="Google Shape;210;p12"/>
          <p:cNvCxnSpPr/>
          <p:nvPr/>
        </p:nvCxnSpPr>
        <p:spPr>
          <a:xfrm>
            <a:off x="0" y="6128413"/>
            <a:ext cx="12192000" cy="0"/>
          </a:xfrm>
          <a:prstGeom prst="straightConnector1">
            <a:avLst/>
          </a:prstGeom>
          <a:noFill/>
          <a:ln cap="flat" cmpd="sng" w="12700">
            <a:solidFill>
              <a:srgbClr val="000001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1" name="Google Shape;211;p12"/>
          <p:cNvCxnSpPr/>
          <p:nvPr/>
        </p:nvCxnSpPr>
        <p:spPr>
          <a:xfrm>
            <a:off x="2417780" y="3528542"/>
            <a:ext cx="8637072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2" name="Google Shape;212;p12"/>
          <p:cNvSpPr/>
          <p:nvPr/>
        </p:nvSpPr>
        <p:spPr>
          <a:xfrm>
            <a:off x="2" y="0"/>
            <a:ext cx="12191695" cy="6858000"/>
          </a:xfrm>
          <a:prstGeom prst="rect">
            <a:avLst/>
          </a:prstGeom>
          <a:gradFill>
            <a:gsLst>
              <a:gs pos="0">
                <a:srgbClr val="EBE9E6"/>
              </a:gs>
              <a:gs pos="100000">
                <a:srgbClr val="C9C5C0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13" name="Google Shape;213;p12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>
            <a:gsLst>
              <a:gs pos="0">
                <a:srgbClr val="DFDBD5">
                  <a:alpha val="0"/>
                </a:srgbClr>
              </a:gs>
              <a:gs pos="100000">
                <a:schemeClr val="lt2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14" name="Google Shape;214;p12"/>
          <p:cNvSpPr txBox="1"/>
          <p:nvPr>
            <p:ph type="title"/>
          </p:nvPr>
        </p:nvSpPr>
        <p:spPr>
          <a:xfrm>
            <a:off x="1776729" y="4459039"/>
            <a:ext cx="8643011" cy="5515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ill Sans"/>
              <a:buNone/>
            </a:pPr>
            <a:r>
              <a:rPr lang="es-ES" sz="3600"/>
              <a:t>CONCLUSIÓN</a:t>
            </a:r>
            <a:endParaRPr/>
          </a:p>
        </p:txBody>
      </p:sp>
      <p:grpSp>
        <p:nvGrpSpPr>
          <p:cNvPr id="215" name="Google Shape;215;p12"/>
          <p:cNvGrpSpPr/>
          <p:nvPr/>
        </p:nvGrpSpPr>
        <p:grpSpPr>
          <a:xfrm>
            <a:off x="1445672" y="323838"/>
            <a:ext cx="9299965" cy="3652791"/>
            <a:chOff x="1445672" y="323838"/>
            <a:chExt cx="9299965" cy="3652791"/>
          </a:xfrm>
        </p:grpSpPr>
        <p:sp>
          <p:nvSpPr>
            <p:cNvPr id="216" name="Google Shape;216;p12"/>
            <p:cNvSpPr/>
            <p:nvPr/>
          </p:nvSpPr>
          <p:spPr>
            <a:xfrm>
              <a:off x="1445672" y="323838"/>
              <a:ext cx="9299965" cy="365279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  <a:lin ang="5400000" scaled="0"/>
            </a:gradFill>
            <a:ln>
              <a:noFill/>
            </a:ln>
            <a:effectLst>
              <a:outerShdw blurRad="127000" sx="98000" rotWithShape="0" algn="tl" dir="4740000" dist="228600" sy="98000">
                <a:srgbClr val="000000">
                  <a:alpha val="32156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17" name="Google Shape;217;p12"/>
            <p:cNvSpPr/>
            <p:nvPr/>
          </p:nvSpPr>
          <p:spPr>
            <a:xfrm>
              <a:off x="1758238" y="647445"/>
              <a:ext cx="8673013" cy="3002215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cap="flat" cmpd="sng" w="50800">
              <a:solidFill>
                <a:srgbClr val="19191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218" name="Google Shape;218;p12"/>
          <p:cNvSpPr/>
          <p:nvPr/>
        </p:nvSpPr>
        <p:spPr>
          <a:xfrm>
            <a:off x="1913410" y="806495"/>
            <a:ext cx="8347608" cy="2678774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19" name="Google Shape;219;p12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79933" y="1055536"/>
            <a:ext cx="8020655" cy="218562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0" name="Google Shape;220;p12"/>
          <p:cNvCxnSpPr/>
          <p:nvPr/>
        </p:nvCxnSpPr>
        <p:spPr>
          <a:xfrm>
            <a:off x="1776728" y="5027185"/>
            <a:ext cx="8643011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21" name="Google Shape;221;p12"/>
          <p:cNvPicPr preferRelativeResize="0"/>
          <p:nvPr/>
        </p:nvPicPr>
        <p:blipFill rotWithShape="1">
          <a:blip r:embed="rId3">
            <a:alphaModFix/>
          </a:blip>
          <a:srcRect b="-1538" l="0" r="0" t="1538"/>
          <a:stretch/>
        </p:blipFill>
        <p:spPr>
          <a:xfrm>
            <a:off x="0" y="6126480"/>
            <a:ext cx="12192000" cy="7429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2" name="Google Shape;222;p12"/>
          <p:cNvCxnSpPr/>
          <p:nvPr/>
        </p:nvCxnSpPr>
        <p:spPr>
          <a:xfrm>
            <a:off x="0" y="6128413"/>
            <a:ext cx="12192000" cy="0"/>
          </a:xfrm>
          <a:prstGeom prst="straightConnector1">
            <a:avLst/>
          </a:prstGeom>
          <a:noFill/>
          <a:ln cap="flat" cmpd="sng" w="12700">
            <a:solidFill>
              <a:srgbClr val="000001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alería">
  <a:themeElements>
    <a:clrScheme name="Galería">
      <a:dk1>
        <a:srgbClr val="000000"/>
      </a:dk1>
      <a:lt1>
        <a:srgbClr val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2025-04-27T22:03:37Z</dcterms:created>
  <dc:creator>Daniel Diaz</dc:creator>
</cp:coreProperties>
</file>