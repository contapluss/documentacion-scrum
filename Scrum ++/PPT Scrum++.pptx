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Gill Sans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5REjsKDajMa9jZQNDrWy4q/Ce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illSans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GillSans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69acb1a268_2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69acb1a268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9acb1a268_2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69acb1a268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9acb1a268_2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69acb1a268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9acb1a268_2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69acb1a268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4"/>
          <p:cNvSpPr txBox="1"/>
          <p:nvPr>
            <p:ph type="ctrTitle"/>
          </p:nvPr>
        </p:nvSpPr>
        <p:spPr>
          <a:xfrm>
            <a:off x="2417779" y="802298"/>
            <a:ext cx="8637000" cy="2541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Gill Sans"/>
              <a:buNone/>
              <a:defRPr sz="6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" type="subTitle"/>
          </p:nvPr>
        </p:nvSpPr>
        <p:spPr>
          <a:xfrm>
            <a:off x="2417780" y="3531204"/>
            <a:ext cx="8637000" cy="9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sz="180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14"/>
          <p:cNvSpPr txBox="1"/>
          <p:nvPr>
            <p:ph idx="10" type="dt"/>
          </p:nvPr>
        </p:nvSpPr>
        <p:spPr>
          <a:xfrm>
            <a:off x="7554138" y="330370"/>
            <a:ext cx="3500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1" type="ftr"/>
          </p:nvPr>
        </p:nvSpPr>
        <p:spPr>
          <a:xfrm>
            <a:off x="2416500" y="329307"/>
            <a:ext cx="4974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2" type="sldNum"/>
          </p:nvPr>
        </p:nvSpPr>
        <p:spPr>
          <a:xfrm>
            <a:off x="1437664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20" name="Google Shape;20;p14"/>
          <p:cNvCxnSpPr/>
          <p:nvPr/>
        </p:nvCxnSpPr>
        <p:spPr>
          <a:xfrm>
            <a:off x="2417780" y="3528542"/>
            <a:ext cx="863700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1451579" y="2015732"/>
            <a:ext cx="9603300" cy="3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7554138" y="330370"/>
            <a:ext cx="3500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1451579" y="329307"/>
            <a:ext cx="59388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480060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27" name="Google Shape;27;p15"/>
          <p:cNvCxnSpPr/>
          <p:nvPr/>
        </p:nvCxnSpPr>
        <p:spPr>
          <a:xfrm>
            <a:off x="1453896" y="1847088"/>
            <a:ext cx="960750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1444671" y="798973"/>
            <a:ext cx="3273000" cy="224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>
            <a:off x="5043714" y="798974"/>
            <a:ext cx="6012600" cy="46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2" type="body"/>
          </p:nvPr>
        </p:nvSpPr>
        <p:spPr>
          <a:xfrm>
            <a:off x="1444671" y="3205491"/>
            <a:ext cx="3275100" cy="22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" name="Google Shape;32;p21"/>
          <p:cNvSpPr txBox="1"/>
          <p:nvPr>
            <p:ph idx="10" type="dt"/>
          </p:nvPr>
        </p:nvSpPr>
        <p:spPr>
          <a:xfrm>
            <a:off x="7554138" y="330370"/>
            <a:ext cx="3500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1" type="ftr"/>
          </p:nvPr>
        </p:nvSpPr>
        <p:spPr>
          <a:xfrm>
            <a:off x="1451579" y="329307"/>
            <a:ext cx="59388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2" type="sldNum"/>
          </p:nvPr>
        </p:nvSpPr>
        <p:spPr>
          <a:xfrm>
            <a:off x="480060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35" name="Google Shape;35;p21"/>
          <p:cNvCxnSpPr/>
          <p:nvPr/>
        </p:nvCxnSpPr>
        <p:spPr>
          <a:xfrm>
            <a:off x="1448280" y="3205491"/>
            <a:ext cx="326940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idx="10" type="dt"/>
          </p:nvPr>
        </p:nvSpPr>
        <p:spPr>
          <a:xfrm>
            <a:off x="7554138" y="330370"/>
            <a:ext cx="3500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1451579" y="329307"/>
            <a:ext cx="59388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480060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1454239" y="1756130"/>
            <a:ext cx="8643300" cy="18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1454239" y="3806195"/>
            <a:ext cx="86304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16"/>
          <p:cNvSpPr txBox="1"/>
          <p:nvPr>
            <p:ph idx="10" type="dt"/>
          </p:nvPr>
        </p:nvSpPr>
        <p:spPr>
          <a:xfrm>
            <a:off x="7554138" y="330370"/>
            <a:ext cx="3500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1" type="ftr"/>
          </p:nvPr>
        </p:nvSpPr>
        <p:spPr>
          <a:xfrm>
            <a:off x="1451579" y="329307"/>
            <a:ext cx="59388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2" type="sldNum"/>
          </p:nvPr>
        </p:nvSpPr>
        <p:spPr>
          <a:xfrm>
            <a:off x="480060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46" name="Google Shape;46;p16"/>
          <p:cNvCxnSpPr/>
          <p:nvPr/>
        </p:nvCxnSpPr>
        <p:spPr>
          <a:xfrm>
            <a:off x="1454239" y="3804985"/>
            <a:ext cx="863040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1449217" y="804889"/>
            <a:ext cx="9605700" cy="10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" type="body"/>
          </p:nvPr>
        </p:nvSpPr>
        <p:spPr>
          <a:xfrm>
            <a:off x="1447331" y="2010878"/>
            <a:ext cx="4645200" cy="3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2" type="body"/>
          </p:nvPr>
        </p:nvSpPr>
        <p:spPr>
          <a:xfrm>
            <a:off x="6413771" y="2017343"/>
            <a:ext cx="4645200" cy="3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7554138" y="330370"/>
            <a:ext cx="3500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1451579" y="329307"/>
            <a:ext cx="59388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480060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54" name="Google Shape;54;p17"/>
          <p:cNvCxnSpPr/>
          <p:nvPr/>
        </p:nvCxnSpPr>
        <p:spPr>
          <a:xfrm>
            <a:off x="1453896" y="1847088"/>
            <a:ext cx="960750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/>
          <p:nvPr>
            <p:ph type="title"/>
          </p:nvPr>
        </p:nvSpPr>
        <p:spPr>
          <a:xfrm>
            <a:off x="1447191" y="804163"/>
            <a:ext cx="96078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" type="body"/>
          </p:nvPr>
        </p:nvSpPr>
        <p:spPr>
          <a:xfrm>
            <a:off x="1447191" y="2019549"/>
            <a:ext cx="46452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18"/>
          <p:cNvSpPr txBox="1"/>
          <p:nvPr>
            <p:ph idx="2" type="body"/>
          </p:nvPr>
        </p:nvSpPr>
        <p:spPr>
          <a:xfrm>
            <a:off x="1447191" y="2824269"/>
            <a:ext cx="4645200" cy="26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3" type="body"/>
          </p:nvPr>
        </p:nvSpPr>
        <p:spPr>
          <a:xfrm>
            <a:off x="6412362" y="2023003"/>
            <a:ext cx="4645200" cy="80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18"/>
          <p:cNvSpPr txBox="1"/>
          <p:nvPr>
            <p:ph idx="4" type="body"/>
          </p:nvPr>
        </p:nvSpPr>
        <p:spPr>
          <a:xfrm>
            <a:off x="6412362" y="2821491"/>
            <a:ext cx="4645200" cy="26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8"/>
          <p:cNvSpPr txBox="1"/>
          <p:nvPr>
            <p:ph idx="10" type="dt"/>
          </p:nvPr>
        </p:nvSpPr>
        <p:spPr>
          <a:xfrm>
            <a:off x="7554138" y="330370"/>
            <a:ext cx="3500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8"/>
          <p:cNvSpPr txBox="1"/>
          <p:nvPr>
            <p:ph idx="11" type="ftr"/>
          </p:nvPr>
        </p:nvSpPr>
        <p:spPr>
          <a:xfrm>
            <a:off x="1451579" y="329307"/>
            <a:ext cx="59388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2" type="sldNum"/>
          </p:nvPr>
        </p:nvSpPr>
        <p:spPr>
          <a:xfrm>
            <a:off x="480060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64" name="Google Shape;64;p18"/>
          <p:cNvCxnSpPr/>
          <p:nvPr/>
        </p:nvCxnSpPr>
        <p:spPr>
          <a:xfrm>
            <a:off x="1453896" y="1847088"/>
            <a:ext cx="960750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0" type="dt"/>
          </p:nvPr>
        </p:nvSpPr>
        <p:spPr>
          <a:xfrm>
            <a:off x="7554138" y="330370"/>
            <a:ext cx="3500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1" type="ftr"/>
          </p:nvPr>
        </p:nvSpPr>
        <p:spPr>
          <a:xfrm>
            <a:off x="1451579" y="329307"/>
            <a:ext cx="59388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2" type="sldNum"/>
          </p:nvPr>
        </p:nvSpPr>
        <p:spPr>
          <a:xfrm>
            <a:off x="480060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70" name="Google Shape;70;p19"/>
          <p:cNvCxnSpPr/>
          <p:nvPr/>
        </p:nvCxnSpPr>
        <p:spPr>
          <a:xfrm>
            <a:off x="1453896" y="1847088"/>
            <a:ext cx="960750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22"/>
          <p:cNvGrpSpPr/>
          <p:nvPr/>
        </p:nvGrpSpPr>
        <p:grpSpPr>
          <a:xfrm>
            <a:off x="7477387" y="482170"/>
            <a:ext cx="4074600" cy="5149200"/>
            <a:chOff x="7477387" y="482170"/>
            <a:chExt cx="4074600" cy="5149200"/>
          </a:xfrm>
        </p:grpSpPr>
        <p:sp>
          <p:nvSpPr>
            <p:cNvPr id="73" name="Google Shape;73;p22"/>
            <p:cNvSpPr/>
            <p:nvPr/>
          </p:nvSpPr>
          <p:spPr>
            <a:xfrm>
              <a:off x="7477387" y="482170"/>
              <a:ext cx="4074600" cy="5149200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12" scaled="0"/>
            </a:gradFill>
            <a:ln>
              <a:noFill/>
            </a:ln>
            <a:effectLst>
              <a:outerShdw blurRad="127000" sx="98000" rotWithShape="0" algn="tl" dir="4740000" dist="228600" sy="98000">
                <a:srgbClr val="000000">
                  <a:alpha val="3294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2"/>
            <p:cNvSpPr/>
            <p:nvPr/>
          </p:nvSpPr>
          <p:spPr>
            <a:xfrm>
              <a:off x="7790446" y="812506"/>
              <a:ext cx="3450300" cy="4466400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38" scaled="0"/>
            </a:gradFill>
            <a:ln cap="flat" cmpd="sng" w="50800">
              <a:solidFill>
                <a:srgbClr val="19191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" name="Google Shape;75;p22"/>
          <p:cNvSpPr txBox="1"/>
          <p:nvPr>
            <p:ph type="title"/>
          </p:nvPr>
        </p:nvSpPr>
        <p:spPr>
          <a:xfrm>
            <a:off x="1451206" y="1129513"/>
            <a:ext cx="55323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/>
          <p:nvPr>
            <p:ph idx="2" type="pic"/>
          </p:nvPr>
        </p:nvSpPr>
        <p:spPr>
          <a:xfrm>
            <a:off x="8124389" y="1122542"/>
            <a:ext cx="2791200" cy="38664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" name="Google Shape;77;p22"/>
          <p:cNvSpPr txBox="1"/>
          <p:nvPr>
            <p:ph idx="1" type="body"/>
          </p:nvPr>
        </p:nvSpPr>
        <p:spPr>
          <a:xfrm>
            <a:off x="1450329" y="3145992"/>
            <a:ext cx="55245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22"/>
          <p:cNvSpPr txBox="1"/>
          <p:nvPr>
            <p:ph idx="10" type="dt"/>
          </p:nvPr>
        </p:nvSpPr>
        <p:spPr>
          <a:xfrm>
            <a:off x="1447382" y="5469856"/>
            <a:ext cx="5527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1" type="ftr"/>
          </p:nvPr>
        </p:nvSpPr>
        <p:spPr>
          <a:xfrm>
            <a:off x="1447382" y="318640"/>
            <a:ext cx="55410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2" type="sldNum"/>
          </p:nvPr>
        </p:nvSpPr>
        <p:spPr>
          <a:xfrm>
            <a:off x="480060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81" name="Google Shape;81;p22"/>
          <p:cNvCxnSpPr/>
          <p:nvPr/>
        </p:nvCxnSpPr>
        <p:spPr>
          <a:xfrm>
            <a:off x="1447382" y="3143605"/>
            <a:ext cx="552750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 txBox="1"/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" type="body"/>
          </p:nvPr>
        </p:nvSpPr>
        <p:spPr>
          <a:xfrm rot="5400000">
            <a:off x="4527904" y="-1060618"/>
            <a:ext cx="3450600" cy="9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0" type="dt"/>
          </p:nvPr>
        </p:nvSpPr>
        <p:spPr>
          <a:xfrm>
            <a:off x="7554138" y="330370"/>
            <a:ext cx="3500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1" type="ftr"/>
          </p:nvPr>
        </p:nvSpPr>
        <p:spPr>
          <a:xfrm>
            <a:off x="1451579" y="329307"/>
            <a:ext cx="59388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2" type="sldNum"/>
          </p:nvPr>
        </p:nvSpPr>
        <p:spPr>
          <a:xfrm>
            <a:off x="480060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88" name="Google Shape;88;p23"/>
          <p:cNvCxnSpPr/>
          <p:nvPr/>
        </p:nvCxnSpPr>
        <p:spPr>
          <a:xfrm>
            <a:off x="1453896" y="1847088"/>
            <a:ext cx="960750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 txBox="1"/>
          <p:nvPr>
            <p:ph type="title"/>
          </p:nvPr>
        </p:nvSpPr>
        <p:spPr>
          <a:xfrm rot="5400000">
            <a:off x="7917004" y="2321024"/>
            <a:ext cx="4659900" cy="16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" type="body"/>
          </p:nvPr>
        </p:nvSpPr>
        <p:spPr>
          <a:xfrm rot="5400000">
            <a:off x="3029152" y="-785478"/>
            <a:ext cx="4659900" cy="7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0" type="dt"/>
          </p:nvPr>
        </p:nvSpPr>
        <p:spPr>
          <a:xfrm>
            <a:off x="7554138" y="330370"/>
            <a:ext cx="3500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11" type="ftr"/>
          </p:nvPr>
        </p:nvSpPr>
        <p:spPr>
          <a:xfrm>
            <a:off x="1451579" y="329307"/>
            <a:ext cx="59388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480060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95" name="Google Shape;95;p24"/>
          <p:cNvCxnSpPr/>
          <p:nvPr/>
        </p:nvCxnSpPr>
        <p:spPr>
          <a:xfrm>
            <a:off x="9439111" y="798973"/>
            <a:ext cx="0" cy="465990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/>
          <p:nvPr/>
        </p:nvSpPr>
        <p:spPr>
          <a:xfrm>
            <a:off x="0" y="2019476"/>
            <a:ext cx="12192000" cy="4105800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7;p13"/>
          <p:cNvPicPr preferRelativeResize="0"/>
          <p:nvPr/>
        </p:nvPicPr>
        <p:blipFill rotWithShape="1">
          <a:blip r:embed="rId1">
            <a:alphaModFix/>
          </a:blip>
          <a:srcRect b="-1539" l="0" r="0" t="1539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3"/>
          <p:cNvSpPr txBox="1"/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" type="body"/>
          </p:nvPr>
        </p:nvSpPr>
        <p:spPr>
          <a:xfrm>
            <a:off x="1451579" y="2015732"/>
            <a:ext cx="9603300" cy="3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048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048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048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0" type="dt"/>
          </p:nvPr>
        </p:nvSpPr>
        <p:spPr>
          <a:xfrm>
            <a:off x="7554138" y="330370"/>
            <a:ext cx="3500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1" type="ftr"/>
          </p:nvPr>
        </p:nvSpPr>
        <p:spPr>
          <a:xfrm>
            <a:off x="1451579" y="329307"/>
            <a:ext cx="59388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480060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13" name="Google Shape;13;p13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1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1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1"/>
          <p:cNvSpPr/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>
            <a:gsLst>
              <a:gs pos="0">
                <a:srgbClr val="EBE9E6"/>
              </a:gs>
              <a:gs pos="100000">
                <a:srgbClr val="C9C5C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05" name="Google Shape;105;p1"/>
          <p:cNvCxnSpPr/>
          <p:nvPr/>
        </p:nvCxnSpPr>
        <p:spPr>
          <a:xfrm>
            <a:off x="5198775" y="1847088"/>
            <a:ext cx="5548039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1"/>
          <p:cNvSpPr txBox="1"/>
          <p:nvPr>
            <p:ph type="ctrTitle"/>
          </p:nvPr>
        </p:nvSpPr>
        <p:spPr>
          <a:xfrm>
            <a:off x="5196457" y="804519"/>
            <a:ext cx="5550357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s-ES" sz="3200" u="sng"/>
              <a:t>Scrum ++</a:t>
            </a:r>
            <a:endParaRPr/>
          </a:p>
        </p:txBody>
      </p:sp>
      <p:sp>
        <p:nvSpPr>
          <p:cNvPr id="107" name="Google Shape;107;p1"/>
          <p:cNvSpPr/>
          <p:nvPr/>
        </p:nvSpPr>
        <p:spPr>
          <a:xfrm>
            <a:off x="48925" y="2019476"/>
            <a:ext cx="12192000" cy="4105800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08" name="Google Shape;10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223" y="3965338"/>
            <a:ext cx="4074836" cy="1110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9785" y="686844"/>
            <a:ext cx="2967711" cy="249287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"/>
          <p:cNvSpPr txBox="1"/>
          <p:nvPr>
            <p:ph idx="1" type="subTitle"/>
          </p:nvPr>
        </p:nvSpPr>
        <p:spPr>
          <a:xfrm>
            <a:off x="5196457" y="2015732"/>
            <a:ext cx="5550357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s-ES"/>
              <a:t>INTEGRANTES</a:t>
            </a:r>
            <a:r>
              <a:rPr lang="es-ES"/>
              <a:t>:</a:t>
            </a:r>
            <a:br>
              <a:rPr lang="es-ES"/>
            </a:br>
            <a:br>
              <a:rPr lang="es-ES"/>
            </a:br>
            <a:r>
              <a:rPr lang="es-ES"/>
              <a:t>JOAQUIN BELLO</a:t>
            </a:r>
            <a:br>
              <a:rPr lang="es-ES"/>
            </a:br>
            <a:r>
              <a:rPr lang="es-ES"/>
              <a:t>ALVARO BRIZUELA</a:t>
            </a:r>
            <a:br>
              <a:rPr lang="es-ES"/>
            </a:br>
            <a:r>
              <a:rPr lang="es-ES"/>
              <a:t>JAIRO CARRASCO</a:t>
            </a:r>
            <a:br>
              <a:rPr lang="es-ES"/>
            </a:br>
            <a:r>
              <a:rPr lang="es-ES"/>
              <a:t>DANIEL DIAZ</a:t>
            </a:r>
            <a:br>
              <a:rPr lang="es-ES"/>
            </a:br>
            <a:r>
              <a:rPr lang="es-ES"/>
              <a:t>GABRIEL PSIJAS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EDSON YAÑEZ</a:t>
            </a:r>
            <a:endParaRPr/>
          </a:p>
        </p:txBody>
      </p:sp>
      <p:pic>
        <p:nvPicPr>
          <p:cNvPr id="111" name="Google Shape;111;p1"/>
          <p:cNvPicPr preferRelativeResize="0"/>
          <p:nvPr/>
        </p:nvPicPr>
        <p:blipFill rotWithShape="1">
          <a:blip r:embed="rId3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1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1"/>
          <p:cNvSpPr txBox="1"/>
          <p:nvPr/>
        </p:nvSpPr>
        <p:spPr>
          <a:xfrm>
            <a:off x="1185801" y="5381107"/>
            <a:ext cx="2967711" cy="249287"/>
          </a:xfrm>
          <a:prstGeom prst="rect">
            <a:avLst/>
          </a:prstGeom>
          <a:solidFill>
            <a:srgbClr val="000000">
              <a:alpha val="49019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1" lang="es-ES" sz="13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Grupo 10</a:t>
            </a:r>
            <a:endParaRPr b="1" i="1" sz="13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s-ES" u="sng"/>
              <a:t>PRIMER INCREMENTO</a:t>
            </a:r>
            <a:endParaRPr u="sng"/>
          </a:p>
        </p:txBody>
      </p:sp>
      <p:sp>
        <p:nvSpPr>
          <p:cNvPr id="119" name="Google Shape;119;p2"/>
          <p:cNvSpPr txBox="1"/>
          <p:nvPr/>
        </p:nvSpPr>
        <p:spPr>
          <a:xfrm>
            <a:off x="1376850" y="2455800"/>
            <a:ext cx="9603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Hemos alcanzado un avance significativo del 20% en el progreso de nuestras metas establecidas. Este porcentaje refleja el cumplimiento de las primeras fases del proyecto.</a:t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1451679" y="797494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s-ES" u="sng"/>
              <a:t>CASOS DE USOS SELECCIONADOS </a:t>
            </a:r>
            <a:endParaRPr u="sng"/>
          </a:p>
        </p:txBody>
      </p:sp>
      <p:sp>
        <p:nvSpPr>
          <p:cNvPr id="125" name="Google Shape;125;p7"/>
          <p:cNvSpPr txBox="1"/>
          <p:nvPr/>
        </p:nvSpPr>
        <p:spPr>
          <a:xfrm>
            <a:off x="4858350" y="2023715"/>
            <a:ext cx="6281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ill Sans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26" name="Google Shape;1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300" y="1921225"/>
            <a:ext cx="4036775" cy="2037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9463" y="4033100"/>
            <a:ext cx="4036775" cy="199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7075" y="1887651"/>
            <a:ext cx="402907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9acb1a268_2_1"/>
          <p:cNvSpPr txBox="1"/>
          <p:nvPr>
            <p:ph type="title"/>
          </p:nvPr>
        </p:nvSpPr>
        <p:spPr>
          <a:xfrm>
            <a:off x="1444671" y="798973"/>
            <a:ext cx="3273000" cy="224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/>
              <a:t>TABLA BACKLOG SIN TIEMPO REAL</a:t>
            </a:r>
            <a:endParaRPr/>
          </a:p>
        </p:txBody>
      </p:sp>
      <p:pic>
        <p:nvPicPr>
          <p:cNvPr id="134" name="Google Shape;134;g369acb1a268_2_1" title="Captura de pantalla 2025-06-15 21365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3225" y="74250"/>
            <a:ext cx="5425600" cy="609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>
            <p:ph type="title"/>
          </p:nvPr>
        </p:nvSpPr>
        <p:spPr>
          <a:xfrm>
            <a:off x="1262575" y="2116900"/>
            <a:ext cx="23091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s-ES"/>
              <a:t>DIAGRAMA DE CLASES</a:t>
            </a:r>
            <a:endParaRPr/>
          </a:p>
        </p:txBody>
      </p:sp>
      <p:pic>
        <p:nvPicPr>
          <p:cNvPr id="140" name="Google Shape;1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1500" y="230800"/>
            <a:ext cx="7959850" cy="558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-30600" y="-20400"/>
            <a:ext cx="12253200" cy="6898800"/>
          </a:xfrm>
          <a:prstGeom prst="rect">
            <a:avLst/>
          </a:prstGeom>
          <a:gradFill>
            <a:gsLst>
              <a:gs pos="0">
                <a:srgbClr val="EBE9E6"/>
              </a:gs>
              <a:gs pos="100000">
                <a:srgbClr val="C9C5C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6" name="Google Shape;146;p5"/>
          <p:cNvSpPr txBox="1"/>
          <p:nvPr>
            <p:ph idx="4294967295" type="title"/>
          </p:nvPr>
        </p:nvSpPr>
        <p:spPr>
          <a:xfrm>
            <a:off x="1689725" y="2519150"/>
            <a:ext cx="44214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s-ES"/>
              <a:t>DIAGRAMA DE DATOS</a:t>
            </a:r>
            <a:endParaRPr/>
          </a:p>
        </p:txBody>
      </p:sp>
      <p:cxnSp>
        <p:nvCxnSpPr>
          <p:cNvPr id="147" name="Google Shape;147;p5"/>
          <p:cNvCxnSpPr/>
          <p:nvPr/>
        </p:nvCxnSpPr>
        <p:spPr>
          <a:xfrm>
            <a:off x="1451579" y="1853754"/>
            <a:ext cx="9603274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8" name="Google Shape;1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0225" y="62975"/>
            <a:ext cx="4643526" cy="6732050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4"/>
          <p:cNvPicPr preferRelativeResize="0"/>
          <p:nvPr/>
        </p:nvPicPr>
        <p:blipFill rotWithShape="1">
          <a:blip r:embed="rId3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" name="Google Shape;154;p4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4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4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s-ES"/>
              <a:t>DIAGRAMA DE COMPONENTES</a:t>
            </a:r>
            <a:endParaRPr/>
          </a:p>
        </p:txBody>
      </p:sp>
      <p:pic>
        <p:nvPicPr>
          <p:cNvPr id="157" name="Google Shape;15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5901" y="1638300"/>
            <a:ext cx="9800226" cy="37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69acb1a268_2_6"/>
          <p:cNvSpPr txBox="1"/>
          <p:nvPr>
            <p:ph type="title"/>
          </p:nvPr>
        </p:nvSpPr>
        <p:spPr>
          <a:xfrm>
            <a:off x="1295375" y="2291575"/>
            <a:ext cx="35934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/>
              <a:t>DIAGRAMA DE DESPLIEGUE</a:t>
            </a:r>
            <a:endParaRPr/>
          </a:p>
        </p:txBody>
      </p:sp>
      <p:pic>
        <p:nvPicPr>
          <p:cNvPr id="163" name="Google Shape;163;g369acb1a268_2_6" title="Diagrama sin título.drawi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5400" y="299975"/>
            <a:ext cx="5794175" cy="604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>
            <a:gsLst>
              <a:gs pos="0">
                <a:srgbClr val="EBE9E6"/>
              </a:gs>
              <a:gs pos="100000">
                <a:srgbClr val="C9C5C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6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s-ES"/>
              <a:t>DIAGRAMA DE SECUENCIA</a:t>
            </a:r>
            <a:endParaRPr/>
          </a:p>
        </p:txBody>
      </p:sp>
      <p:cxnSp>
        <p:nvCxnSpPr>
          <p:cNvPr id="170" name="Google Shape;170;p6"/>
          <p:cNvCxnSpPr/>
          <p:nvPr/>
        </p:nvCxnSpPr>
        <p:spPr>
          <a:xfrm>
            <a:off x="1451579" y="1853754"/>
            <a:ext cx="9603274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6"/>
          <p:cNvSpPr/>
          <p:nvPr/>
        </p:nvSpPr>
        <p:spPr>
          <a:xfrm>
            <a:off x="0" y="2019476"/>
            <a:ext cx="12192000" cy="4838524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72" name="Google Shape;172;p6" title="Diagrama de Secuencia-Crear Plantilla Descripción de Cargo.drawio.png"/>
          <p:cNvPicPr preferRelativeResize="0"/>
          <p:nvPr/>
        </p:nvPicPr>
        <p:blipFill rotWithShape="1">
          <a:blip r:embed="rId3">
            <a:alphaModFix/>
          </a:blip>
          <a:srcRect b="298" l="0" r="0" t="297"/>
          <a:stretch/>
        </p:blipFill>
        <p:spPr>
          <a:xfrm>
            <a:off x="414363" y="2242175"/>
            <a:ext cx="11363277" cy="2619825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78" name="Google Shape;178;p9"/>
          <p:cNvPicPr preferRelativeResize="0"/>
          <p:nvPr/>
        </p:nvPicPr>
        <p:blipFill rotWithShape="1">
          <a:blip r:embed="rId3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9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9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9"/>
          <p:cNvSpPr txBox="1"/>
          <p:nvPr>
            <p:ph type="title"/>
          </p:nvPr>
        </p:nvSpPr>
        <p:spPr>
          <a:xfrm>
            <a:off x="1499329" y="7090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s-ES"/>
              <a:t>ÁRBOL DE NAVEGACIÓN</a:t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-2899410" y="-904568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83" name="Google Shape;183;p9"/>
          <p:cNvPicPr preferRelativeResize="0"/>
          <p:nvPr/>
        </p:nvPicPr>
        <p:blipFill rotWithShape="1">
          <a:blip r:embed="rId4">
            <a:alphaModFix/>
          </a:blip>
          <a:srcRect b="0" l="-1397" r="-1387" t="-2785"/>
          <a:stretch/>
        </p:blipFill>
        <p:spPr>
          <a:xfrm>
            <a:off x="821438" y="1847112"/>
            <a:ext cx="10549126" cy="416225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9acb1a268_2_11"/>
          <p:cNvSpPr txBox="1"/>
          <p:nvPr>
            <p:ph type="title"/>
          </p:nvPr>
        </p:nvSpPr>
        <p:spPr>
          <a:xfrm>
            <a:off x="1035850" y="2141750"/>
            <a:ext cx="18552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/>
              <a:t>PRUEBAS</a:t>
            </a:r>
            <a:endParaRPr/>
          </a:p>
        </p:txBody>
      </p:sp>
      <p:pic>
        <p:nvPicPr>
          <p:cNvPr id="189" name="Google Shape;189;g369acb1a268_2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7375" y="162950"/>
            <a:ext cx="5385349" cy="5784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9acb1a268_2_16"/>
          <p:cNvSpPr txBox="1"/>
          <p:nvPr>
            <p:ph type="title"/>
          </p:nvPr>
        </p:nvSpPr>
        <p:spPr>
          <a:xfrm>
            <a:off x="1390750" y="2262225"/>
            <a:ext cx="4164000" cy="11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/>
              <a:t>TABLA BACKLOG CON TIEMPO REAL</a:t>
            </a:r>
            <a:endParaRPr/>
          </a:p>
        </p:txBody>
      </p:sp>
      <p:pic>
        <p:nvPicPr>
          <p:cNvPr id="195" name="Google Shape;195;g369acb1a268_2_16" title="Captura de pantalla 2025-06-15 21325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2775" y="371950"/>
            <a:ext cx="6499526" cy="6289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s-ES"/>
              <a:t>Burn-Down del esfuerzo del equipo</a:t>
            </a:r>
            <a:endParaRPr/>
          </a:p>
        </p:txBody>
      </p:sp>
      <p:pic>
        <p:nvPicPr>
          <p:cNvPr id="201" name="Google Shape;2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487" y="2044025"/>
            <a:ext cx="7071025" cy="395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07" name="Google Shape;207;p12"/>
          <p:cNvPicPr preferRelativeResize="0"/>
          <p:nvPr/>
        </p:nvPicPr>
        <p:blipFill rotWithShape="1">
          <a:blip r:embed="rId3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8" name="Google Shape;208;p12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" name="Google Shape;209;p12"/>
          <p:cNvCxnSpPr/>
          <p:nvPr/>
        </p:nvCxnSpPr>
        <p:spPr>
          <a:xfrm>
            <a:off x="2417780" y="3528542"/>
            <a:ext cx="863707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12"/>
          <p:cNvSpPr/>
          <p:nvPr/>
        </p:nvSpPr>
        <p:spPr>
          <a:xfrm>
            <a:off x="2" y="0"/>
            <a:ext cx="12191695" cy="6858000"/>
          </a:xfrm>
          <a:prstGeom prst="rect">
            <a:avLst/>
          </a:prstGeom>
          <a:gradFill>
            <a:gsLst>
              <a:gs pos="0">
                <a:srgbClr val="EBE9E6"/>
              </a:gs>
              <a:gs pos="100000">
                <a:srgbClr val="C9C5C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2" name="Google Shape;212;p12"/>
          <p:cNvSpPr txBox="1"/>
          <p:nvPr>
            <p:ph type="title"/>
          </p:nvPr>
        </p:nvSpPr>
        <p:spPr>
          <a:xfrm>
            <a:off x="1776729" y="4459039"/>
            <a:ext cx="8643011" cy="5515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lang="es-ES" sz="3600"/>
              <a:t>CONCLUSIÓN</a:t>
            </a:r>
            <a:endParaRPr/>
          </a:p>
        </p:txBody>
      </p:sp>
      <p:grpSp>
        <p:nvGrpSpPr>
          <p:cNvPr id="213" name="Google Shape;213;p12"/>
          <p:cNvGrpSpPr/>
          <p:nvPr/>
        </p:nvGrpSpPr>
        <p:grpSpPr>
          <a:xfrm>
            <a:off x="1445672" y="323838"/>
            <a:ext cx="9299965" cy="3652791"/>
            <a:chOff x="1445672" y="323838"/>
            <a:chExt cx="9299965" cy="3652791"/>
          </a:xfrm>
        </p:grpSpPr>
        <p:sp>
          <p:nvSpPr>
            <p:cNvPr id="214" name="Google Shape;214;p12"/>
            <p:cNvSpPr/>
            <p:nvPr/>
          </p:nvSpPr>
          <p:spPr>
            <a:xfrm>
              <a:off x="1445672" y="323838"/>
              <a:ext cx="9299965" cy="365279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sx="98000" rotWithShape="0" algn="tl" dir="4740000" dist="228600" sy="98000">
                <a:srgbClr val="000000">
                  <a:alpha val="3294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5" name="Google Shape;215;p12"/>
            <p:cNvSpPr/>
            <p:nvPr/>
          </p:nvSpPr>
          <p:spPr>
            <a:xfrm>
              <a:off x="1758238" y="647445"/>
              <a:ext cx="8673013" cy="3002215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cap="flat" cmpd="sng" w="50800">
              <a:solidFill>
                <a:srgbClr val="19191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216" name="Google Shape;216;p12"/>
          <p:cNvSpPr/>
          <p:nvPr/>
        </p:nvSpPr>
        <p:spPr>
          <a:xfrm>
            <a:off x="1913410" y="806495"/>
            <a:ext cx="8347608" cy="267877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17" name="Google Shape;217;p12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9933" y="1055536"/>
            <a:ext cx="8020655" cy="21856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8" name="Google Shape;218;p12"/>
          <p:cNvCxnSpPr/>
          <p:nvPr/>
        </p:nvCxnSpPr>
        <p:spPr>
          <a:xfrm>
            <a:off x="1776728" y="5027185"/>
            <a:ext cx="8643011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9" name="Google Shape;219;p12"/>
          <p:cNvPicPr preferRelativeResize="0"/>
          <p:nvPr/>
        </p:nvPicPr>
        <p:blipFill rotWithShape="1">
          <a:blip r:embed="rId3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0" name="Google Shape;220;p12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lería">
  <a:themeElements>
    <a:clrScheme name="Galería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2025-04-27T22:03:37Z</dcterms:created>
  <dc:creator>Daniel Diaz</dc:creator>
</cp:coreProperties>
</file>